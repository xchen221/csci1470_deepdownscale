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1: CNN U-Net Downscaling Network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234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from model_cnn.py: two encoder downsamples, two decoder upsamples, and two skip concatenations.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3624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347472"/>
            <a:ext cx="2788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9AA6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39728" y="621792"/>
            <a:ext cx="603504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252960" y="530352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tensor flow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1539728" y="76809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03736" y="804672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12252960" y="777240"/>
            <a:ext cx="1280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to concat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41732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74904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50976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234440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94360" y="19659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DDF3F7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066544"/>
            <a:ext cx="163677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tensor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58952" y="2569464"/>
            <a:ext cx="163677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feature inputs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58952" y="2788920"/>
            <a:ext cx="163677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C_in x H x W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3291840" y="19659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CDEBC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066544"/>
            <a:ext cx="18196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DoubleConv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456432" y="2569464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456432" y="2788920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989320" y="19659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CDEBC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2066544"/>
            <a:ext cx="18196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6153912" y="2569464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 features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153912" y="2788920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989320" y="4370832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9DDA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4471416"/>
            <a:ext cx="18196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6153912" y="4974336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Deepest CNN features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6153912" y="5193792"/>
            <a:ext cx="18196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H/4 x W/4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006840" y="437083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D7DAF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4471416"/>
            <a:ext cx="20025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9171432" y="4974336"/>
            <a:ext cx="20025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with skip B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9171432" y="5193792"/>
            <a:ext cx="20025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006840" y="1965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D7DAF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2066544"/>
            <a:ext cx="20025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9171432" y="2569464"/>
            <a:ext cx="20025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with skip A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9171432" y="2788920"/>
            <a:ext cx="20025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1211580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D5D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80392" y="2066544"/>
            <a:ext cx="159105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Conv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12280392" y="2569464"/>
            <a:ext cx="15910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target field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2280392" y="2788920"/>
            <a:ext cx="159105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C_out x H x W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2560320" y="2542032"/>
            <a:ext cx="68580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440680" y="2542032"/>
            <a:ext cx="50292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59168" y="3108960"/>
            <a:ext cx="0" cy="118872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260336" y="3730752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138160" y="4937760"/>
            <a:ext cx="82296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168128" y="4370832"/>
            <a:ext cx="0" cy="-1170432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369296" y="3730752"/>
            <a:ext cx="822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11338560" y="2542032"/>
            <a:ext cx="73152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663440" y="167335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1709928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8796528" y="2423160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23960" y="2468880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+A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7360920" y="327355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24928" y="3310128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B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8796528" y="4818888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23960" y="4864608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+B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594360" y="7498080"/>
            <a:ext cx="1353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check: decoder first concatenates the H/2 encoder feature, then the H encoder feature, matching the forward pass.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2: U-Net with Transformer Bottleneck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234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from model_transformer.py: three encoder downsamples, transformer at H/8, then three decoder upsamples.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3624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347472"/>
            <a:ext cx="2788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9AA6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39728" y="621792"/>
            <a:ext cx="603504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252960" y="530352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tensor flow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1539728" y="76809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03736" y="804672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12252960" y="777240"/>
            <a:ext cx="1280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to concat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05156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13232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101852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335024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2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DDF3F7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066544"/>
            <a:ext cx="14538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tensor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4632" y="2569464"/>
            <a:ext cx="145389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features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84632" y="2788920"/>
            <a:ext cx="145389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x C_in x H x W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2697480" y="196596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CDEBC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2066544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DoubleConv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2862072" y="2569464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862072" y="2788920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074920" y="196596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CDEBC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2066544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5239512" y="2569464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 features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239512" y="2788920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074920" y="3547872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CDEBC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3648456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5239512" y="4151376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features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239512" y="4370832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H/4 x W/4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074920" y="5138928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9DDA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5239512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MaxPool + DoubleConv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5239512" y="5742432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resolution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5239512" y="5961888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H/8 x W/8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315200" y="5138928"/>
            <a:ext cx="1600200" cy="1078992"/>
          </a:xfrm>
          <a:prstGeom prst="roundRect">
            <a:avLst>
              <a:gd name="adj" fmla="val 6780"/>
            </a:avLst>
          </a:prstGeom>
          <a:solidFill>
            <a:srgbClr val="F4C7D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9792" y="5239512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projection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7479792" y="5742432"/>
            <a:ext cx="12710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embeddings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7479792" y="5961888"/>
            <a:ext cx="12710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H/8 tokens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9144000" y="5138928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4C7D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08592" y="5239512"/>
            <a:ext cx="14538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420" dirty="0"/>
          </a:p>
        </p:txBody>
      </p:sp>
      <p:sp>
        <p:nvSpPr>
          <p:cNvPr id="42" name="Text 40"/>
          <p:cNvSpPr/>
          <p:nvPr/>
        </p:nvSpPr>
        <p:spPr>
          <a:xfrm>
            <a:off x="9308592" y="5742432"/>
            <a:ext cx="145389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pos. encoding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9308592" y="5961888"/>
            <a:ext cx="145389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11155680" y="5138928"/>
            <a:ext cx="1600200" cy="1078992"/>
          </a:xfrm>
          <a:prstGeom prst="roundRect">
            <a:avLst>
              <a:gd name="adj" fmla="val 6780"/>
            </a:avLst>
          </a:prstGeom>
          <a:solidFill>
            <a:srgbClr val="F4C7D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320272" y="5239512"/>
            <a:ext cx="12710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projection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11320272" y="5742432"/>
            <a:ext cx="12710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to features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1320272" y="5961888"/>
            <a:ext cx="12710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H/8 x W/8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11155680" y="3547872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D7DAF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20272" y="3648456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420" dirty="0"/>
          </a:p>
        </p:txBody>
      </p:sp>
      <p:sp>
        <p:nvSpPr>
          <p:cNvPr id="50" name="Text 48"/>
          <p:cNvSpPr/>
          <p:nvPr/>
        </p:nvSpPr>
        <p:spPr>
          <a:xfrm>
            <a:off x="11320272" y="4151376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with skip C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11320272" y="4370832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H/4 x W/4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11155680" y="196596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D7DAF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320272" y="2066544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420" dirty="0"/>
          </a:p>
        </p:txBody>
      </p:sp>
      <p:sp>
        <p:nvSpPr>
          <p:cNvPr id="54" name="Text 52"/>
          <p:cNvSpPr/>
          <p:nvPr/>
        </p:nvSpPr>
        <p:spPr>
          <a:xfrm>
            <a:off x="11320272" y="2569464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with skip B</a:t>
            </a:r>
            <a:endParaRPr lang="en-US" sz="1220" dirty="0"/>
          </a:p>
        </p:txBody>
      </p:sp>
      <p:sp>
        <p:nvSpPr>
          <p:cNvPr id="55" name="Text 53"/>
          <p:cNvSpPr/>
          <p:nvPr/>
        </p:nvSpPr>
        <p:spPr>
          <a:xfrm>
            <a:off x="11320272" y="2788920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H/2 x W/2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11155680" y="896112"/>
            <a:ext cx="1874520" cy="932688"/>
          </a:xfrm>
          <a:prstGeom prst="roundRect">
            <a:avLst>
              <a:gd name="adj" fmla="val 7843"/>
            </a:avLst>
          </a:prstGeom>
          <a:solidFill>
            <a:srgbClr val="D7DAFA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320272" y="996696"/>
            <a:ext cx="154533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UpConv + concat</a:t>
            </a:r>
            <a:endParaRPr lang="en-US" sz="1420" dirty="0"/>
          </a:p>
        </p:txBody>
      </p:sp>
      <p:sp>
        <p:nvSpPr>
          <p:cNvPr id="58" name="Text 56"/>
          <p:cNvSpPr/>
          <p:nvPr/>
        </p:nvSpPr>
        <p:spPr>
          <a:xfrm>
            <a:off x="11320272" y="1499616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with skip A</a:t>
            </a:r>
            <a:endParaRPr lang="en-US" sz="1220" dirty="0"/>
          </a:p>
        </p:txBody>
      </p:sp>
      <p:sp>
        <p:nvSpPr>
          <p:cNvPr id="59" name="Text 57"/>
          <p:cNvSpPr/>
          <p:nvPr/>
        </p:nvSpPr>
        <p:spPr>
          <a:xfrm>
            <a:off x="11320272" y="1719072"/>
            <a:ext cx="154533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x W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13395960" y="896112"/>
            <a:ext cx="1143000" cy="932688"/>
          </a:xfrm>
          <a:prstGeom prst="roundRect">
            <a:avLst>
              <a:gd name="adj" fmla="val 7843"/>
            </a:avLst>
          </a:prstGeom>
          <a:solidFill>
            <a:srgbClr val="FFD5DE"/>
          </a:solidFill>
          <a:ln w="15240">
            <a:solidFill>
              <a:srgbClr val="1721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560552" y="996696"/>
            <a:ext cx="8138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1x1 Conv</a:t>
            </a:r>
            <a:endParaRPr lang="en-US" sz="1420" dirty="0"/>
          </a:p>
        </p:txBody>
      </p:sp>
      <p:sp>
        <p:nvSpPr>
          <p:cNvPr id="62" name="Text 60"/>
          <p:cNvSpPr/>
          <p:nvPr/>
        </p:nvSpPr>
        <p:spPr>
          <a:xfrm>
            <a:off x="13560552" y="1499616"/>
            <a:ext cx="8138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20" dirty="0"/>
          </a:p>
        </p:txBody>
      </p:sp>
      <p:sp>
        <p:nvSpPr>
          <p:cNvPr id="63" name="Text 61"/>
          <p:cNvSpPr/>
          <p:nvPr/>
        </p:nvSpPr>
        <p:spPr>
          <a:xfrm>
            <a:off x="13560552" y="1719072"/>
            <a:ext cx="813816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field</a:t>
            </a:r>
            <a:endParaRPr lang="en-US" sz="1120" dirty="0"/>
          </a:p>
        </p:txBody>
      </p:sp>
      <p:sp>
        <p:nvSpPr>
          <p:cNvPr id="64" name="Shape 62"/>
          <p:cNvSpPr/>
          <p:nvPr/>
        </p:nvSpPr>
        <p:spPr>
          <a:xfrm>
            <a:off x="2103120" y="2505456"/>
            <a:ext cx="54864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72000" y="2505456"/>
            <a:ext cx="45720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016752" y="3044952"/>
            <a:ext cx="0" cy="448056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16752" y="4626864"/>
            <a:ext cx="0" cy="448056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949440" y="5678424"/>
            <a:ext cx="32004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915400" y="5678424"/>
            <a:ext cx="18288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927080" y="5678424"/>
            <a:ext cx="18288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2088368" y="5138928"/>
            <a:ext cx="0" cy="-45720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2088368" y="3547872"/>
            <a:ext cx="0" cy="-41148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2088368" y="1965960"/>
            <a:ext cx="0" cy="-9144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3030200" y="1362456"/>
            <a:ext cx="320040" cy="0"/>
          </a:xfrm>
          <a:prstGeom prst="line">
            <a:avLst/>
          </a:prstGeom>
          <a:noFill/>
          <a:ln w="26670">
            <a:solidFill>
              <a:srgbClr val="17212B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6199632" y="321868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960" dirty="0"/>
          </a:p>
        </p:txBody>
      </p:sp>
      <p:sp>
        <p:nvSpPr>
          <p:cNvPr id="76" name="Text 74"/>
          <p:cNvSpPr/>
          <p:nvPr/>
        </p:nvSpPr>
        <p:spPr>
          <a:xfrm>
            <a:off x="6199632" y="480060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</a:t>
            </a:r>
            <a:endParaRPr lang="en-US" sz="960" dirty="0"/>
          </a:p>
        </p:txBody>
      </p:sp>
      <p:sp>
        <p:nvSpPr>
          <p:cNvPr id="77" name="Text 75"/>
          <p:cNvSpPr/>
          <p:nvPr/>
        </p:nvSpPr>
        <p:spPr>
          <a:xfrm>
            <a:off x="12280392" y="4800600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960" dirty="0"/>
          </a:p>
        </p:txBody>
      </p:sp>
      <p:sp>
        <p:nvSpPr>
          <p:cNvPr id="78" name="Text 76"/>
          <p:cNvSpPr/>
          <p:nvPr/>
        </p:nvSpPr>
        <p:spPr>
          <a:xfrm>
            <a:off x="12280392" y="3218688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960" dirty="0"/>
          </a:p>
        </p:txBody>
      </p:sp>
      <p:sp>
        <p:nvSpPr>
          <p:cNvPr id="79" name="Text 77"/>
          <p:cNvSpPr/>
          <p:nvPr/>
        </p:nvSpPr>
        <p:spPr>
          <a:xfrm>
            <a:off x="12280392" y="1865376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3886200" y="168249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50208" y="1719072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A</a:t>
            </a:r>
            <a:endParaRPr lang="en-US" sz="940" dirty="0"/>
          </a:p>
        </p:txBody>
      </p:sp>
      <p:sp>
        <p:nvSpPr>
          <p:cNvPr id="82" name="Shape 80"/>
          <p:cNvSpPr/>
          <p:nvPr/>
        </p:nvSpPr>
        <p:spPr>
          <a:xfrm>
            <a:off x="6967728" y="22402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31736" y="2276856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B</a:t>
            </a:r>
            <a:endParaRPr lang="en-US" sz="940" dirty="0"/>
          </a:p>
        </p:txBody>
      </p:sp>
      <p:sp>
        <p:nvSpPr>
          <p:cNvPr id="84" name="Shape 82"/>
          <p:cNvSpPr/>
          <p:nvPr/>
        </p:nvSpPr>
        <p:spPr>
          <a:xfrm>
            <a:off x="6967728" y="3822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3970">
            <a:solidFill>
              <a:srgbClr val="C2410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31736" y="3858768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C</a:t>
            </a:r>
            <a:endParaRPr lang="en-US" sz="940" dirty="0"/>
          </a:p>
        </p:txBody>
      </p:sp>
      <p:sp>
        <p:nvSpPr>
          <p:cNvPr id="86" name="Shape 84"/>
          <p:cNvSpPr/>
          <p:nvPr/>
        </p:nvSpPr>
        <p:spPr>
          <a:xfrm>
            <a:off x="10945368" y="1243584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972800" y="1289304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+A</a:t>
            </a:r>
            <a:endParaRPr lang="en-US" sz="940" dirty="0"/>
          </a:p>
        </p:txBody>
      </p:sp>
      <p:sp>
        <p:nvSpPr>
          <p:cNvPr id="88" name="Shape 86"/>
          <p:cNvSpPr/>
          <p:nvPr/>
        </p:nvSpPr>
        <p:spPr>
          <a:xfrm>
            <a:off x="10945368" y="2386584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00" y="2432304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+B</a:t>
            </a:r>
            <a:endParaRPr lang="en-US" sz="940" dirty="0"/>
          </a:p>
        </p:txBody>
      </p:sp>
      <p:sp>
        <p:nvSpPr>
          <p:cNvPr id="90" name="Shape 88"/>
          <p:cNvSpPr/>
          <p:nvPr/>
        </p:nvSpPr>
        <p:spPr>
          <a:xfrm>
            <a:off x="10945368" y="3968496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972800" y="4014216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+C</a:t>
            </a:r>
            <a:endParaRPr lang="en-US" sz="940" dirty="0"/>
          </a:p>
        </p:txBody>
      </p:sp>
      <p:sp>
        <p:nvSpPr>
          <p:cNvPr id="92" name="Text 90"/>
          <p:cNvSpPr/>
          <p:nvPr/>
        </p:nvSpPr>
        <p:spPr>
          <a:xfrm>
            <a:off x="594360" y="7498080"/>
            <a:ext cx="1353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B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check: after post-transform at H/8, the decoder enters skip C at H/4, then skip B at H/2, then skip A at 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Schematics</dc:title>
  <dc:subject>Editable model schematics</dc:subject>
  <dc:creator>Codex</dc:creator>
  <cp:lastModifiedBy>Codex</cp:lastModifiedBy>
  <cp:revision>1</cp:revision>
  <dcterms:created xsi:type="dcterms:W3CDTF">2026-04-30T01:22:59Z</dcterms:created>
  <dcterms:modified xsi:type="dcterms:W3CDTF">2026-04-30T01:22:59Z</dcterms:modified>
</cp:coreProperties>
</file>