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521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1: CNN U-Net Downscaling Network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3167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convolutional encoder-decoder with two skip connections; each DoubleConv is Conv 3x3 + ReLU repeated twice.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87452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84048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37260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29868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378440" y="786384"/>
            <a:ext cx="33375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7B87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1014984"/>
            <a:ext cx="576072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1311128" y="91440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tensor flow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607040" y="1152144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52760" y="1184148"/>
            <a:ext cx="5029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311128" y="1161288"/>
            <a:ext cx="2148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copied to matching decoder concat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960" y="1920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9F0F4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tensor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8716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feature inputs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271576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e.g., Tmax, elevation, urban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" y="294436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x C_in x H x 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66160" y="19202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C8E6C9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DoubleConv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2487168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94760" y="2715768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preserves H x 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9202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C8E6C9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MaxPool + DoubleConv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2487168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 features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2715768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H/2 x W/2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43434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7D7A8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544568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MaxPool + DoubleConv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4910328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deeper features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5138928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H/4 x W/4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52560" y="434340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D7D9F7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81160" y="4544568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 + concat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81160" y="4910328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features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81160" y="5138928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from matching encoder layer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81160" y="5367528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H/2 x W/2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52560" y="192024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D7D9F7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81160" y="2121408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 + concat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81160" y="2487168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full-resolution features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281160" y="2715768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from matching encoder layer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281160" y="2944368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x W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1978640" y="1920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D6DC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20724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1x1 Conv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2207240" y="248716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target field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2207240" y="271576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Downscaled Tmax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2207240" y="294436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x C_out x H x 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0" y="2496312"/>
            <a:ext cx="777240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669280" y="2496312"/>
            <a:ext cx="594360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360920" y="3063240"/>
            <a:ext cx="0" cy="118872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7543800" y="37033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3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412480" y="4919472"/>
            <a:ext cx="594360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177272" y="4343400"/>
            <a:ext cx="0" cy="-118872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360152" y="37033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3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1292840" y="2496312"/>
            <a:ext cx="640080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010912" y="1664208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56632" y="1696212"/>
            <a:ext cx="5029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897112" y="2395728"/>
            <a:ext cx="201168" cy="2011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2410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15400" y="2427732"/>
            <a:ext cx="164592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699248" y="3246120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44968" y="3278124"/>
            <a:ext cx="5029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B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897112" y="4818888"/>
            <a:ext cx="201168" cy="2011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2410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15400" y="4850892"/>
            <a:ext cx="164592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+B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2920" y="6903720"/>
            <a:ext cx="1362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" y="7059168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note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49808" y="7333488"/>
            <a:ext cx="12893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keeps the target grid size through padding after each transpose convolution, then concatenates encoder features with decoder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521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2: U-Net with Transformer Bottleneck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3167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Convolutional encoder-decoder with global spatial context added by a transformer at the lowest-resolution feature map.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64592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74904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3524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BOTTLENECK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0996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12164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786384"/>
            <a:ext cx="33375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7B87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0" y="1014984"/>
            <a:ext cx="576072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1951208" y="91440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tensor flow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247120" y="1152144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92840" y="1184148"/>
            <a:ext cx="5029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951208" y="1161288"/>
            <a:ext cx="2148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copied to matching decoder concat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18745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D9F0F4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075688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tensor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feature inputs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2670048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e.g., Tmax, elevation, urban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2898648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x C_in x H x 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C8E6C9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075688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DoubleConv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46120" y="2441448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2670048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x 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4068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C8E6C9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075688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MaxPool + DoubleConv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2441448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 features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2670048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H/2 x W/2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40680" y="36576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C8E6C9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858768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MaxPool + DoubleConv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4224528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deeper features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0" y="4453128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H/4 x W/4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0680" y="54406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7D7A8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5641848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MaxPool + DoubleConv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0" y="6007608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lowest-resolution features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H/8 x W/8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818120" y="544068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4C7D8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5641848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1x1 projection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46720" y="600760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to embedding space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46720" y="623620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spatial tokens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18120" y="35661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4C7D8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encoder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46720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layers, 8 heads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46720" y="436168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positional encoding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46720" y="459028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tokens: H/8 x W/8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818120" y="187452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4C7D8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0" y="2075688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1x1 projection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046720" y="244144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back to feature map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046720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restore decoder features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698480" y="54406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D7D9F7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27080" y="5641848"/>
            <a:ext cx="1554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 + concat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927080" y="6007608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lowest-resolution features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927080" y="6236208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from H/4 layer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698480" y="36576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D7D9F7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927080" y="3858768"/>
            <a:ext cx="1554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 + concat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927080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features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927080" y="4453128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from H/2 layer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698480" y="18745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D7D9F7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27080" y="2075688"/>
            <a:ext cx="1554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 + concat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0927080" y="2441448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full-resolution features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927080" y="2670048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from H layer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3121640" y="18745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FD6DC"/>
          </a:solidFill>
          <a:ln w="17780">
            <a:solidFill>
              <a:srgbClr val="2331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350240" y="2075688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1x1 Conv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3350240" y="2441448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target field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3350240" y="2670048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Downscaled Tmax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3350240" y="2898648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x C_out x H x W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331720" y="2395728"/>
            <a:ext cx="640080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892040" y="2395728"/>
            <a:ext cx="502920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382512" y="2926080"/>
            <a:ext cx="0" cy="64008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6565392" y="3218688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3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382512" y="4709160"/>
            <a:ext cx="0" cy="64008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6565392" y="5001768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3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315200" y="5961888"/>
            <a:ext cx="457200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8915400" y="5440680"/>
            <a:ext cx="0" cy="-54864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9098280" y="5175504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3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915400" y="3566160"/>
            <a:ext cx="0" cy="-54864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9098280" y="329184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3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back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0012680" y="2395728"/>
            <a:ext cx="640080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11704320" y="2926080"/>
            <a:ext cx="0" cy="64008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79" name="Text 77"/>
          <p:cNvSpPr/>
          <p:nvPr/>
        </p:nvSpPr>
        <p:spPr>
          <a:xfrm>
            <a:off x="11887200" y="3218688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3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1704320" y="4709160"/>
            <a:ext cx="0" cy="64008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11887200" y="5001768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3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0012680" y="5961888"/>
            <a:ext cx="640080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12710160" y="2395728"/>
            <a:ext cx="365760" cy="0"/>
          </a:xfrm>
          <a:prstGeom prst="line">
            <a:avLst/>
          </a:prstGeom>
          <a:noFill/>
          <a:ln w="22860">
            <a:solidFill>
              <a:srgbClr val="23313D"/>
            </a:solidFill>
            <a:prstDash val="solid"/>
            <a:headEnd type="none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7424928" y="4160520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70648" y="4192524"/>
            <a:ext cx="5029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C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0552176" y="5861304"/>
            <a:ext cx="201168" cy="2011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2410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570464" y="5893308"/>
            <a:ext cx="164592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+C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370832" y="1664208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16552" y="1696212"/>
            <a:ext cx="5029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A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0552176" y="2295144"/>
            <a:ext cx="201168" cy="2011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2410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570464" y="2327148"/>
            <a:ext cx="164592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+A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424928" y="235915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70648" y="2391156"/>
            <a:ext cx="5029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B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0552176" y="4078224"/>
            <a:ext cx="201168" cy="2011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2410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570464" y="4110228"/>
            <a:ext cx="164592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+B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02920" y="6903720"/>
            <a:ext cx="1362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9808" y="7059168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note</a:t>
            </a:r>
            <a:endParaRPr lang="en-US" sz="1150" dirty="0"/>
          </a:p>
        </p:txBody>
      </p:sp>
      <p:sp>
        <p:nvSpPr>
          <p:cNvPr id="98" name="Text 96"/>
          <p:cNvSpPr/>
          <p:nvPr/>
        </p:nvSpPr>
        <p:spPr>
          <a:xfrm>
            <a:off x="749808" y="7333488"/>
            <a:ext cx="12893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transformer operates only at H/8 x W/8 resolution, adding long-range spatial context while the U-Net decoder recovers full-resolution structure.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CSCI1470 Final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Schematics</dc:title>
  <dc:subject>Editable model schematics</dc:subject>
  <dc:creator>Codex</dc:creator>
  <cp:lastModifiedBy>Codex</cp:lastModifiedBy>
  <cp:revision>1</cp:revision>
  <dcterms:created xsi:type="dcterms:W3CDTF">2026-04-29T14:25:19Z</dcterms:created>
  <dcterms:modified xsi:type="dcterms:W3CDTF">2026-04-29T14:25:19Z</dcterms:modified>
</cp:coreProperties>
</file>